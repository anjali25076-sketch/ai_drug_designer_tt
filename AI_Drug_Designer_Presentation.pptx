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Drug Designer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Solution submission by [Your Team Name]</a:t>
            </a:r>
          </a:p>
          <a:p>
            <a:r>
              <a:t>Note: HackArena 2.0 Submission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Meet the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[Your Name 1] - Role/About</a:t>
            </a:r>
          </a:p>
          <a:p>
            <a:r>
              <a:t>• [Your Name 2] - Role/About</a:t>
            </a:r>
          </a:p>
          <a:p>
            <a:r>
              <a:t>• [Your Name 3] - Role/About</a:t>
            </a:r>
          </a:p>
          <a:p>
            <a:r>
              <a:t>• [Your Name 4] - Role/About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Drug Discovery Bottleneck:</a:t>
            </a:r>
          </a:p>
          <a:p>
            <a:r>
              <a:t>• Traditional drug discovery takes 15+ years and costs over $2B.</a:t>
            </a:r>
          </a:p>
          <a:p>
            <a:r>
              <a:t>• 90% failure rate because the industry relies on screening existing compounds rather than designing new ones.</a:t>
            </a:r>
          </a:p>
          <a:p>
            <a:r>
              <a:t>Impact on Users &amp; Clients:</a:t>
            </a:r>
          </a:p>
          <a:p>
            <a:r>
              <a:t>• Patients with rare/orphan diseases suffer because developing cures isn't financially viable for Big Pharma.</a:t>
            </a:r>
          </a:p>
          <a:p>
            <a:r>
              <a:t>• Researchers face immense burnout managing endless failed wet-lab trials.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Persona: Dr. Sarah Chen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About the User: 35 years old, Lead Computational Chemist at a major Pharma company.</a:t>
            </a:r>
          </a:p>
          <a:p>
            <a:r>
              <a:t>Goals and Needs:</a:t>
            </a:r>
          </a:p>
          <a:p>
            <a:r>
              <a:t>• To accelerate hit-to-lead times and discover viable compounds for rare diseases.</a:t>
            </a:r>
          </a:p>
          <a:p>
            <a:r>
              <a:t>Problems &amp; Challenges:</a:t>
            </a:r>
          </a:p>
          <a:p>
            <a:r>
              <a:t>• Analyzing massive datasets takes too long.</a:t>
            </a:r>
          </a:p>
          <a:p>
            <a:r>
              <a:t>• Off-target toxicity is difficult to predict until late-stage trials.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Solution Name: AI Drug Designer</a:t>
            </a:r>
          </a:p>
          <a:p>
            <a:r>
              <a:t>Description:</a:t>
            </a:r>
          </a:p>
          <a:p>
            <a:r>
              <a:t>• An AI-first, generative drug discovery platform. It uses Generative Diffusion and Reinforcement Learning to design novel, non-toxic molecules atom-by-atom in minutes.</a:t>
            </a:r>
          </a:p>
          <a:p>
            <a:r>
              <a:t>Demographic it Impacts:</a:t>
            </a:r>
          </a:p>
          <a:p>
            <a:r>
              <a:t>• Pharmaceutical researchers, computational chemists, and patients with rare diseases.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Value Proposition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Offerings:</a:t>
            </a:r>
          </a:p>
          <a:p>
            <a:r>
              <a:t>• Real-time 3D molecule generation tailored to specific protein targets and genotypes.</a:t>
            </a:r>
          </a:p>
          <a:p>
            <a:r>
              <a:t>Benefits:</a:t>
            </a:r>
          </a:p>
          <a:p>
            <a:r>
              <a:t>• Drastically cuts R&amp;D costs and speeds up the hit-to-lead pipeline from years to minutes.</a:t>
            </a:r>
          </a:p>
          <a:p>
            <a:r>
              <a:t>Addressing Pains:</a:t>
            </a:r>
          </a:p>
          <a:p>
            <a:r>
              <a:t>• Predicts ADMET properties in-silico, preventing costly clinical trial failures.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Thinking BIG: Current vs Future State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Current State:</a:t>
            </a:r>
          </a:p>
          <a:p>
            <a:r>
              <a:t>• Generates 5 high-affinity molecules for specified targets, performs ADMET toxicity screening, and syncs with global PDB databases.</a:t>
            </a:r>
          </a:p>
          <a:p>
            <a:r>
              <a:t>Future State:</a:t>
            </a:r>
          </a:p>
          <a:p>
            <a:r>
              <a:t>• A fully automated closed-loop system integrating directly with automated robotic wet-labs to synthesize, test, and iterate on the drugs physically without human intervention.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Discovery: Process &amp; Data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Input: Researcher provides Disease, Target (PDB), and Genotype.</a:t>
            </a:r>
          </a:p>
          <a:p>
            <a:r>
              <a:t>2. Generation: Generative Diffusion Model shapes the molecule to fit the 3D target.</a:t>
            </a:r>
          </a:p>
          <a:p>
            <a:r>
              <a:t>3. Optimization: Reinforcement Learning optimizes for Affinity vs. Toxicity.</a:t>
            </a:r>
          </a:p>
          <a:p>
            <a:r>
              <a:t>4. Privacy: Hospital Network provides Federated Learning without exposing raw patient records.</a:t>
            </a:r>
          </a:p>
          <a:p>
            <a:r>
              <a:t>5. Output: AI delivers a SMILES string with a detailed Mechanism of Action.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Rollout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Phase 1 (Now): Generative hit-to-lead web platform (Current MVP).</a:t>
            </a:r>
          </a:p>
          <a:p>
            <a:r>
              <a:t>• Phase 2: Incorporating Quantum-chemistry based binding simulations.</a:t>
            </a:r>
          </a:p>
          <a:p>
            <a:r>
              <a:t>• Phase 3: Hardware integration with automated robotic synthesis labs.</a:t>
            </a:r>
          </a:p>
          <a:p>
            <a:r>
              <a:t>• Phase 4: FDA regulatory pipeline automation.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Inclusivity, Fairness &amp; Explainability (1/2)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Fairness &amp; Inclusivity:</a:t>
            </a:r>
          </a:p>
          <a:p>
            <a:r>
              <a:t>• Our Federated Hospital Network trains on data from highly diverse demographic nodes across the globe.</a:t>
            </a:r>
          </a:p>
          <a:p>
            <a:r>
              <a:t>• This avoids racial and regional biases in genomic responses, ensuring drugs work for everyone, not just one demographic.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Inclusivity, Fairness &amp; Explainability (2/2)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Explainability:</a:t>
            </a:r>
          </a:p>
          <a:p>
            <a:r>
              <a:t>• The AI does not operate in a black box. It outputs a detailed 'Mechanism of Action' and 'Explanation' string for every generated molecule, explaining exactly *why* it made certain chemical decisions.</a:t>
            </a:r>
          </a:p>
          <a:p>
            <a:r>
              <a:t>Privacy:</a:t>
            </a:r>
          </a:p>
          <a:p>
            <a:r>
              <a:t>• 100% GDPR and HIPAA compliant. Federated Learning ensures no raw patient records ever leave the hospital firewall.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Actual Solution Images &amp; Demos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[Place screenshots of the Dashboard here]</a:t>
            </a:r>
          </a:p>
          <a:p>
            <a:r>
              <a:t>• [Place screenshots of the Molecule Analyzer here]</a:t>
            </a:r>
          </a:p>
          <a:p>
            <a:r>
              <a:t>• Link to Live Video Demo: [Insert YouTube/Loom Link]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YOU!</a:t>
            </a:r>
          </a:p>
          <a:p/>
          <a:p>
            <a:r>
              <a:t>And all the best for your solution judging.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